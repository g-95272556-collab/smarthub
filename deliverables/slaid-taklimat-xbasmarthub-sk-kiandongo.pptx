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bce38dd07d4772" /><Relationship Type="http://schemas.openxmlformats.org/officeDocument/2006/relationships/extended-properties" Target="/docProps/app.xml" Id="Rbdc517f6831d4c25" /><Relationship Type="http://schemas.openxmlformats.org/officeDocument/2006/relationships/officeDocument" Target="/ppt/presentation.xml" Id="Rb471c994e37046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5aafd59efb47ab"/>
  </p:sldMasterIdLst>
  <p:notesMasterIdLst>
    <p:notesMasterId xmlns:r="http://schemas.openxmlformats.org/officeDocument/2006/relationships" r:id="R310d1584791044b2"/>
  </p:notesMasterIdLst>
  <p:sldIdLst>
    <p:sldId xmlns:r="http://schemas.openxmlformats.org/officeDocument/2006/relationships" id="256" r:id="Rbb9f6ad3d9264afb"/>
    <p:sldId xmlns:r="http://schemas.openxmlformats.org/officeDocument/2006/relationships" id="257" r:id="R394f855839c644cd"/>
    <p:sldId xmlns:r="http://schemas.openxmlformats.org/officeDocument/2006/relationships" id="258" r:id="Rda8b1e535d3a4309"/>
    <p:sldId xmlns:r="http://schemas.openxmlformats.org/officeDocument/2006/relationships" id="259" r:id="Rb902b8867924448d"/>
    <p:sldId xmlns:r="http://schemas.openxmlformats.org/officeDocument/2006/relationships" id="260" r:id="R8bb8fbc0546a4a3e"/>
    <p:sldId xmlns:r="http://schemas.openxmlformats.org/officeDocument/2006/relationships" id="261" r:id="Rbcabe47ff93544c5"/>
    <p:sldId xmlns:r="http://schemas.openxmlformats.org/officeDocument/2006/relationships" id="262" r:id="Rc52588952d224e4d"/>
    <p:sldId xmlns:r="http://schemas.openxmlformats.org/officeDocument/2006/relationships" id="263" r:id="R7419718188cd4d73"/>
    <p:sldId xmlns:r="http://schemas.openxmlformats.org/officeDocument/2006/relationships" id="264" r:id="Rb9153f2029e644b1"/>
    <p:sldId xmlns:r="http://schemas.openxmlformats.org/officeDocument/2006/relationships" id="265" r:id="R971e2800a22e44c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8609d4b40743af" /><Relationship Type="http://schemas.openxmlformats.org/officeDocument/2006/relationships/slideMaster" Target="/ppt/slideMasters/slideMaster1.xml" Id="R1c5aafd59efb47ab" /><Relationship Type="http://schemas.openxmlformats.org/officeDocument/2006/relationships/notesMaster" Target="/ppt/notesMasters/notesMaster1.xml" Id="R310d1584791044b2" /><Relationship Type="http://schemas.openxmlformats.org/officeDocument/2006/relationships/presProps" Target="/ppt/presProps.xml" Id="Rfd568743a7e44964" /><Relationship Type="http://schemas.openxmlformats.org/officeDocument/2006/relationships/viewProps" Target="/ppt/viewProps.xml" Id="R3e6f78bab0fe4d5b" /><Relationship Type="http://schemas.openxmlformats.org/officeDocument/2006/relationships/tableStyles" Target="/ppt/tableStyles.xml" Id="R5d3717ff2db44ddf" /><Relationship Type="http://schemas.openxmlformats.org/officeDocument/2006/relationships/slide" Target="/ppt/slides/slide1.xml" Id="Rbb9f6ad3d9264afb" /><Relationship Type="http://schemas.openxmlformats.org/officeDocument/2006/relationships/slide" Target="/ppt/slides/slide2.xml" Id="R394f855839c644cd" /><Relationship Type="http://schemas.openxmlformats.org/officeDocument/2006/relationships/slide" Target="/ppt/slides/slide3.xml" Id="Rda8b1e535d3a4309" /><Relationship Type="http://schemas.openxmlformats.org/officeDocument/2006/relationships/slide" Target="/ppt/slides/slide4.xml" Id="Rb902b8867924448d" /><Relationship Type="http://schemas.openxmlformats.org/officeDocument/2006/relationships/slide" Target="/ppt/slides/slide5.xml" Id="R8bb8fbc0546a4a3e" /><Relationship Type="http://schemas.openxmlformats.org/officeDocument/2006/relationships/slide" Target="/ppt/slides/slide6.xml" Id="Rbcabe47ff93544c5" /><Relationship Type="http://schemas.openxmlformats.org/officeDocument/2006/relationships/slide" Target="/ppt/slides/slide7.xml" Id="Rc52588952d224e4d" /><Relationship Type="http://schemas.openxmlformats.org/officeDocument/2006/relationships/slide" Target="/ppt/slides/slide8.xml" Id="R7419718188cd4d73" /><Relationship Type="http://schemas.openxmlformats.org/officeDocument/2006/relationships/slide" Target="/ppt/slides/slide9.xml" Id="Rb9153f2029e644b1" /><Relationship Type="http://schemas.openxmlformats.org/officeDocument/2006/relationships/slide" Target="/ppt/slides/slide10.xml" Id="R971e2800a22e44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dc935566504f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49d9b7281c48f7" /><Relationship Type="http://schemas.openxmlformats.org/officeDocument/2006/relationships/notesMaster" Target="/ppt/notesMasters/notesMaster1.xml" Id="Rbea70186d0f54b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6715492abe4f22" /><Relationship Type="http://schemas.openxmlformats.org/officeDocument/2006/relationships/notesMaster" Target="/ppt/notesMasters/notesMaster1.xml" Id="R60090bfcc0d448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47c7b9f3c34bf6" /><Relationship Type="http://schemas.openxmlformats.org/officeDocument/2006/relationships/notesMaster" Target="/ppt/notesMasters/notesMaster1.xml" Id="R2fa9c403b20c4f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dbd0e43f884048" /><Relationship Type="http://schemas.openxmlformats.org/officeDocument/2006/relationships/notesMaster" Target="/ppt/notesMasters/notesMaster1.xml" Id="Rcd90e4e6e8054b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aa8975193f48fa" /><Relationship Type="http://schemas.openxmlformats.org/officeDocument/2006/relationships/notesMaster" Target="/ppt/notesMasters/notesMaster1.xml" Id="Re332431202b24f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052d369ce64dd6" /><Relationship Type="http://schemas.openxmlformats.org/officeDocument/2006/relationships/notesMaster" Target="/ppt/notesMasters/notesMaster1.xml" Id="R00b7a843b54b44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a93cbd21ce4d27" /><Relationship Type="http://schemas.openxmlformats.org/officeDocument/2006/relationships/notesMaster" Target="/ppt/notesMasters/notesMaster1.xml" Id="Rbccee8a8232a4f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3b6338eb0b4b07" /><Relationship Type="http://schemas.openxmlformats.org/officeDocument/2006/relationships/notesMaster" Target="/ppt/notesMasters/notesMaster1.xml" Id="R6bea535721194f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f5aa3b9a6b4a35" /><Relationship Type="http://schemas.openxmlformats.org/officeDocument/2006/relationships/notesMaster" Target="/ppt/notesMasters/notesMaster1.xml" Id="R3af9f5928f9e43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07efe78cb54e94" /><Relationship Type="http://schemas.openxmlformats.org/officeDocument/2006/relationships/notesMaster" Target="/ppt/notesMasters/notesMaster1.xml" Id="R7d897465088d4a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714404e364a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c1424ab5ce4ef1" /><Relationship Type="http://schemas.openxmlformats.org/officeDocument/2006/relationships/slideLayout" Target="/ppt/slideLayouts/slideLayout1.xml" Id="Rd148ad77deb046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48ad77deb046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f7122c3af467c" /><Relationship Type="http://schemas.openxmlformats.org/officeDocument/2006/relationships/image" Target="/ppt/media/image.png" Id="Rc5a20ac896b348c3" /><Relationship Type="http://schemas.openxmlformats.org/officeDocument/2006/relationships/notesSlide" Target="/ppt/notesSlides/notesSlide1.xml" Id="Re621110667e14f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bc43c47594259" /><Relationship Type="http://schemas.openxmlformats.org/officeDocument/2006/relationships/notesSlide" Target="/ppt/notesSlides/notesSlide2.xml" Id="R309cc2aae2de46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118b3ad834de6" /><Relationship Type="http://schemas.openxmlformats.org/officeDocument/2006/relationships/notesSlide" Target="/ppt/notesSlides/notesSlide3.xml" Id="R68646f13f40646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4209d0f104e17" /><Relationship Type="http://schemas.openxmlformats.org/officeDocument/2006/relationships/notesSlide" Target="/ppt/notesSlides/notesSlide4.xml" Id="R4521e625569f4a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ecfa98b98474b" /><Relationship Type="http://schemas.openxmlformats.org/officeDocument/2006/relationships/notesSlide" Target="/ppt/notesSlides/notesSlide5.xml" Id="Rc6f7eccae6a94c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94536ea674431" /><Relationship Type="http://schemas.openxmlformats.org/officeDocument/2006/relationships/notesSlide" Target="/ppt/notesSlides/notesSlide6.xml" Id="R39073fe54ef84c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dbdc2e4ae4837" /><Relationship Type="http://schemas.openxmlformats.org/officeDocument/2006/relationships/notesSlide" Target="/ppt/notesSlides/notesSlide7.xml" Id="Rd0f1fba01ef04f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3f3dbd67e4a6f" /><Relationship Type="http://schemas.openxmlformats.org/officeDocument/2006/relationships/notesSlide" Target="/ppt/notesSlides/notesSlide8.xml" Id="R94e8cc01862f4c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2f12e30ac448d" /><Relationship Type="http://schemas.openxmlformats.org/officeDocument/2006/relationships/notesSlide" Target="/ppt/notesSlides/notesSlide9.xml" Id="R54449b85e8274e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30781b1904cdd" /><Relationship Type="http://schemas.openxmlformats.org/officeDocument/2006/relationships/notesSlide" Target="/ppt/notesSlides/notesSlide10.xml" Id="Rfd53ecdf32394e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CD37BE-8AA2-4C3E-A052-EB3B45DF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14667-22F7-4C58-BF45-ABC35B88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20ac896b348c3"/>
          <a:stretch xmlns:a="http://schemas.openxmlformats.org/drawingml/2006/main"/>
        </p:blipFill>
        <p:spPr>
          <a:xfrm xmlns:a="http://schemas.openxmlformats.org/drawingml/2006/main">
            <a:off x="723900" y="4000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66D76-60E2-4DB5-AC66-95CD1F61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4350"/>
            <a:ext cx="828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Taklimat Penggunaan Webapp XBasSmartHub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D5156-183C-4D3F-84BC-76D0FFB4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715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7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7FF"/>
                </a:solidFill>
                <a:latin typeface="Aptos"/>
                <a:ea typeface="Aptos"/>
                <a:cs typeface="Aptos"/>
              </a:rPr>
              <a:t>Panduan ringkas untuk guru-guru SK Kiandongo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EB5AA-F88F-4116-A03A-5630DA61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6154E-1014-442E-B060-D31021DD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Apa yang akan dipelajari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7B804-037B-4071-8B85-75F6033F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60F59-9773-4497-B578-17C1FC15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718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Cara log masuk dan memasang aplikasi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65108-C601-4F0E-A90E-1BDD9027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9371F-4794-4FC1-AF0C-289CD61A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Aliran penggunaan harian guru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DBE58-92C5-4760-89EA-06238DBB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32F79-2751-4FF4-98B5-D933D5E7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481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Modul Kehadiran Guru, OPR dan laporan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8137A-BC8B-4F4C-8FD9-ED950AB0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DF26E-F054-464C-810E-BCB984BC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Tips penggunaan semasa di sekolah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76097-4237-43A6-99B4-F04F9732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51244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9050">
            <a:solidFill>
              <a:srgbClr val="3A78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2BB7DD-E358-4BE0-B832-DE9DA699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Nilai utama webapp ini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39273-7B9B-460D-BD43-A85A6C32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45529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Satu platform untuk urusan harian guru: kehadiran, laporan, OPR, takwim dan pelaporan kokurikulum. Fokus utama ialah mengurangkan kerja berulang dan mempercepat dokumentasi sekolah.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634BCB-E384-4CFE-8853-2CBA16DD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C84"/>
                </a:solidFill>
                <a:latin typeface="Aptos"/>
                <a:ea typeface="Aptos"/>
                <a:cs typeface="Aptos"/>
              </a:rPr>
              <a:t>SmartSchoolHub / xbasmarthub / SK Kiandongo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B9772F-B4A0-4584-8C2C-11FEC266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C8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33474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E8B99E-6E4D-4547-8C3F-20897EE9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161BE-D3B6-4E27-8374-CB25B08A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78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A78C2"/>
                </a:solidFill>
                <a:latin typeface="Aptos"/>
                <a:ea typeface="Aptos"/>
                <a:cs typeface="Aptos"/>
              </a:rPr>
              <a:t>AGENDA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DF9AE-FFEC-4DAD-8040-50BB8668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2F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B2F55"/>
                </a:solidFill>
                <a:latin typeface="Aptos Display"/>
                <a:ea typeface="Aptos Display"/>
                <a:cs typeface="Aptos Display"/>
              </a:rPr>
              <a:t>Aliran taklimat yang dicadangkan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43F0F-BB1C-4D79-A514-D1B677A5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84"/>
                </a:solidFill>
                <a:latin typeface="Aptos"/>
                <a:ea typeface="Aptos"/>
                <a:cs typeface="Aptos"/>
              </a:rPr>
              <a:t>Gunakan urutan ini semasa pembentangan supaya guru nampak aliran kerja sebenar.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009A1-322A-4DEE-8555-730F71F0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244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D5FEE-4012-4C5D-A9CE-B954EF9F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478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1. 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25DCF-0FDD-475A-9B1A-3DE53EFA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781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Pengenalan ringkas, login Google dan pemasangan aplikasi pada telefon.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09EE8-F184-4B87-80AA-BF65AD7A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51244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8BC43-0ED5-4255-833A-FA6EDEC6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478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2. Aliran harian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8A27E-747F-4D0C-80C6-EFA89D20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4781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Tunjuk apa guru buat pada awal pagi, semasa bertugas dan selepas aktiviti.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AD33A-AC21-4F55-B139-CF4CB3AB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1244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9FDD9-8B58-4646-80E5-2F3F1BF4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478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3. Modul utama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0DB28-BC78-47CD-B966-C8858C45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4781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Demonstrasi Kehadiran Guru, OPR, Laporan Guru Bertugas dan Pelaporan Kokum.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16A69-7DBB-4AF7-B919-50BFAE57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0000"/>
            <a:ext cx="51244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1A2DB-6EF4-4DAE-9166-1A1143FB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478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4. Sokongan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2711E-08F1-4577-B6F3-36FEA75C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4781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Terangkan modul takwim, peranan admin dan langkah apabila berlaku masalah.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AC4C9F-6193-4591-9020-E79E6575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C84"/>
                </a:solidFill>
                <a:latin typeface="Aptos"/>
                <a:ea typeface="Aptos"/>
                <a:cs typeface="Aptos"/>
              </a:rPr>
              <a:t>SmartSchoolHub / xbasmarthub / SK Kiandongo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9D340-4C56-4451-AFFD-EDC716F4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C8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716120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D2005E-8521-4D2B-9FFE-5CD47050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6E15B-58B7-45DE-86F4-84B98DD7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78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A78C2"/>
                </a:solidFill>
                <a:latin typeface="Aptos"/>
                <a:ea typeface="Aptos"/>
                <a:cs typeface="Aptos"/>
              </a:rPr>
              <a:t>MANFAAT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03E20-3DBF-4356-8F69-662A6AF0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2F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B2F55"/>
                </a:solidFill>
                <a:latin typeface="Aptos Display"/>
                <a:ea typeface="Aptos Display"/>
                <a:cs typeface="Aptos Display"/>
              </a:rPr>
              <a:t>Kenapa guru perlu menggunakan xbasmarthub?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EC5B3-E3BA-4AA1-970C-D6673567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84"/>
                </a:solidFill>
                <a:latin typeface="Aptos"/>
                <a:ea typeface="Aptos"/>
                <a:cs typeface="Aptos"/>
              </a:rPr>
              <a:t>Tekankan manfaat praktikal, bukan sekadar ciri sistem.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32911-F409-4592-86E0-5D7C9A74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8196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F17FB-3437-45C6-9E0B-FA3FCC89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19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Kelebihan kepada guru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A9C89-7EC1-43C2-822B-2F3C5E4D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D7A89-AFE3-417B-AE17-6B588D5D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396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Lebih cepat merekod kehadiran dan laporan sekolah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5541B-2AA1-4336-AE8E-02046CDF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D56C0-C7B6-4AD8-B9D7-91877227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48050"/>
            <a:ext cx="396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Semua modul utama berada dalam satu webapp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2AE15-99A3-4307-84B3-82954BEF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EC8C2-304B-4FC3-A4A8-3937BE2F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8600"/>
            <a:ext cx="396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Mudah dibuka melalui telefon atau komputer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F6CCC-19A7-4CF2-926D-57C7A7FB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5F734-5E6F-4243-95DB-7D98691B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396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Menyokong dokumentasi rasmi sekolah dengan lebih tersusun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66A6E-BE29-4B27-969B-C33EDD80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38350"/>
            <a:ext cx="55435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9666EF-F44F-424C-8617-F6B6AD4F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622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E9FF"/>
                </a:solidFill>
                <a:latin typeface="Aptos"/>
                <a:ea typeface="Aptos"/>
                <a:cs typeface="Aptos"/>
              </a:rPr>
              <a:t>Mesej utama kepada guru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B81EB-9F07-4A09-9FFE-3D1BA5BD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4762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Tujuan webapp ini bukan menambah beban kerja, tetapi memudahkan urusan sedia ada. Semasa taklimat, tunjuk satu demi satu aliran sebenar yang guru gunakan mengikut masa kerja mereka: pagi, semasa aktiviti, selepas program dan semasa tugasan mingguan.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FE9B32-92F8-4FE7-AB48-4BA95C1C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C84"/>
                </a:solidFill>
                <a:latin typeface="Aptos"/>
                <a:ea typeface="Aptos"/>
                <a:cs typeface="Aptos"/>
              </a:rPr>
              <a:t>SmartSchoolHub / xbasmarthub / SK Kiandongo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F6D81-1E79-4025-B9B1-D79C0ED2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C8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182616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704BB9-53F3-41DE-8D7E-A017E463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BAEF4-8178-4C69-8904-32602F97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78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A78C2"/>
                </a:solidFill>
                <a:latin typeface="Aptos"/>
                <a:ea typeface="Aptos"/>
                <a:cs typeface="Aptos"/>
              </a:rPr>
              <a:t>MULA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7C455-F772-403C-84D9-F16745D5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2F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B2F55"/>
                </a:solidFill>
                <a:latin typeface="Aptos Display"/>
                <a:ea typeface="Aptos Display"/>
                <a:cs typeface="Aptos Display"/>
              </a:rPr>
              <a:t>Cara bermula: log masuk dan pasang aplikasi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3D0D3-37E3-49C0-B8F3-213E209F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84"/>
                </a:solidFill>
                <a:latin typeface="Aptos"/>
                <a:ea typeface="Aptos"/>
                <a:cs typeface="Aptos"/>
              </a:rPr>
              <a:t>Langkah ini sesuai ditunjukkan secara live terus pada telefon atau pelayar web.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60366-5B86-47C5-A395-114B16F5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28FF3-3E73-4B08-8F3B-D6730C60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22EC7-C7C1-461C-8949-1DCE0FD2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81200"/>
            <a:ext cx="561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A55AA-2556-4FB7-B9B1-58537E33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33600"/>
            <a:ext cx="527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Buka pautan rasmi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B7FE5-2899-4C1A-9056-73674506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57450"/>
            <a:ext cx="527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Buka webapp xbasmarthub menggunakan telefon atau komputer.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04E58-71CD-4A93-B54B-C68BA6CE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3AA3B-E94F-4BDE-BB52-45985409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01A63-56DC-4402-A9DA-4C83A139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09900"/>
            <a:ext cx="561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00084-E1EE-406E-B321-D948A6B8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62300"/>
            <a:ext cx="527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Log masuk Google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66A94-4409-4C6E-BD28-597F9DCF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86150"/>
            <a:ext cx="527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Gunakan akaun Google yang telah didaftarkan dalam sistem.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441F4-0140-4A01-AF6B-C468481C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34D4C-572A-4C65-92CC-9C40C893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10B70-A475-4DF5-B3FC-14E74579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38600"/>
            <a:ext cx="561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0D3C5-3103-4AC0-980D-F15160AD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191000"/>
            <a:ext cx="527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Benarkan lokasi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67E08-C346-46A6-A01C-4A9D61FD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14850"/>
            <a:ext cx="527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Akses lokasi diperlukan untuk fungsi kehadiran berasaskan GPS.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B3504-7F50-41DC-9465-7A9FFFCD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F85F0-99A4-4304-B59B-6D0E74EE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95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2EFE3B-E393-4E1B-AB0F-90F02D95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67300"/>
            <a:ext cx="561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8C810F-2339-4E02-B8D1-2DE4907B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19700"/>
            <a:ext cx="527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Pasang aplikasi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B19D71-D92F-4210-9469-E35918CF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43550"/>
            <a:ext cx="527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Tekan butang Pasang Aplikasi jika mahu akses seperti aplikasi sebenar.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01C7F4-34C4-4AFF-873E-0E2263FE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6576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D"/>
          </a:solidFill>
          <a:ln xmlns:a="http://schemas.openxmlformats.org/drawingml/2006/main" w="14288">
            <a:solidFill>
              <a:srgbClr val="D6AD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5DD287-8A53-45E1-84C6-A1EF1929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431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Tip semasa 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76F475-0FD0-4611-9721-293778A9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30099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Tunjuk perbezaan antara buka melalui pelayar biasa dan aplikasi yang telah dipasang. Terangkan bahawa pemasangan memudahkan capaian, tetapi semua modul masih boleh dibuka melalui pautan web yang sama.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A503B9-5633-400F-9E24-A07B62F5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C84"/>
                </a:solidFill>
                <a:latin typeface="Aptos"/>
                <a:ea typeface="Aptos"/>
                <a:cs typeface="Aptos"/>
              </a:rPr>
              <a:t>SmartSchoolHub / xbasmarthub / SK Kiandongo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6AE434-D559-46DD-8F9C-D9D83865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C8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377131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AF5F2F-2DEE-4D8B-A594-D0E729FC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49BDF-DBEA-41E4-9F28-0BB7E510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78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A78C2"/>
                </a:solidFill>
                <a:latin typeface="Aptos"/>
                <a:ea typeface="Aptos"/>
                <a:cs typeface="Aptos"/>
              </a:rPr>
              <a:t>ALIRAN HARIAN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BA3A5-6195-45FF-8AE4-387C344F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2F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B2F55"/>
                </a:solidFill>
                <a:latin typeface="Aptos Display"/>
                <a:ea typeface="Aptos Display"/>
                <a:cs typeface="Aptos Display"/>
              </a:rPr>
              <a:t>Rutin penggunaan guru dari pagi hingga tamat tugasan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6E0B0-AA6A-4F0A-9B81-47E37791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84"/>
                </a:solidFill>
                <a:latin typeface="Aptos"/>
                <a:ea typeface="Aptos"/>
                <a:cs typeface="Aptos"/>
              </a:rPr>
              <a:t>Slide ini membantu guru faham bila hendak menggunakan modul tertentu.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07494-887E-4E79-B315-9FDB1195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7907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69ABD-B778-4980-BE21-313A8E5A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71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1D3AE-BA8F-4A79-A083-6E55E161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6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6709A-8339-4313-BE0A-582D9991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Sebelum 8.00 pagi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36DDD-C9BE-4498-AD9A-3CD24F3C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Buka Kehadiran Guru, semak GPS dan daftar hadir.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D1B7D-CD5D-4E53-882C-02A1292B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67000"/>
            <a:ext cx="17907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B8C54-B41B-4D5F-9B27-AA589E7A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CBD22-BCD7-49FF-8D9A-99D65AC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6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1ADA6-4B9E-4F7A-8868-A3828C70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28950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Semasa sesi persekolahan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5D03C-630C-4674-8D59-6DCE84A6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86150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Semak takwim atau maklumat berkaitan aktiviti semasa.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120C9-EC95-4A88-BA9E-2DE2B803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17907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F180F-1E6A-47FA-8AB3-682F368B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71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874CD-D9FF-4FC9-BBB0-A2757C63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6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E8BEB-C408-4871-9D59-CCE74211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28950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Selepas program/aktiviti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56127-7C41-4A4F-A92E-7DB29278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86150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Buka OPR untuk rekod laporan dan lampiran gambar.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75428-0461-4033-ABC8-F66D2D95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67000"/>
            <a:ext cx="17907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FDDC9-7902-49B7-B4BB-65B0FFCA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71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6A847A-836C-4A1F-BE6D-4BD74D51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6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80F4B-8999-4CD5-92C2-2B4E880E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28950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Semasa minggu bertugas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D2D65A-795F-4F6A-8FDF-4AFE4AB2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86150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Lengkapkan Laporan Guru Bertugas mengikut pemerhatian.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CA6C9E-3985-4BB8-8736-6C3AAA15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67000"/>
            <a:ext cx="17907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FC123D-7E48-41EF-94BF-2A86EACB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71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65C856-C613-4609-9587-ABD4A398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362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D686AC-201B-44AF-870F-0056570E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28950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Semasa aktiviti kokum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872F6-67B0-4D01-B8B6-C33C08D1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86150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Kemaskini modul Pelaporan Kokum dan status kehadiran murid.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061BEA-0AD2-4075-A4A7-01E24FB2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C84"/>
                </a:solidFill>
                <a:latin typeface="Aptos"/>
                <a:ea typeface="Aptos"/>
                <a:cs typeface="Aptos"/>
              </a:rPr>
              <a:t>SmartSchoolHub / xbasmarthub / SK Kiandongo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728DDD-8BC4-4AA2-8D0D-E619D84B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C84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9583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EC714C-8E30-4859-803D-7A918C0B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04327-9325-44B7-8360-5C7145D2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78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A78C2"/>
                </a:solidFill>
                <a:latin typeface="Aptos"/>
                <a:ea typeface="Aptos"/>
                <a:cs typeface="Aptos"/>
              </a:rPr>
              <a:t>KEHADIRAN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BC607-7509-45C0-B9A1-80919BE3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2F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B2F55"/>
                </a:solidFill>
                <a:latin typeface="Aptos Display"/>
                <a:ea typeface="Aptos Display"/>
                <a:cs typeface="Aptos Display"/>
              </a:rPr>
              <a:t>Cara menggunakan modul Kehadiran Guru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C275B-C7EF-4EFB-B6A5-120C1487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84"/>
                </a:solidFill>
                <a:latin typeface="Aptos"/>
                <a:ea typeface="Aptos"/>
                <a:cs typeface="Aptos"/>
              </a:rPr>
              <a:t>Fokus pada aliran semak GPS, daftar hadir, semak status dan punch 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3CBC8-3E44-4DB7-9566-5B2DEB48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000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B1E1A-E559-43D1-81B4-AAC8744C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365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Aliran semasa daftar hadir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4AE14-55EB-44AF-B924-6DA5B292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36576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1. Buka modul Kehadiran Guru</a:t>
            </a:r>
          </a:p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2. Tekan Semak GPS jika perlu</a:t>
            </a:r>
          </a:p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3. Tekan Daftar Hadir Sekarang</a:t>
            </a:r>
          </a:p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4. Sahkan rekod berjaya dipaparkan</a:t>
            </a:r>
          </a:p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5. Gunakan Punch-Out apabila tiba masanya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B42D7-6274-46FE-968D-B2D905A1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57400"/>
            <a:ext cx="3048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D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B8E3E-17A5-4F49-AFF4-FFB1868B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Jika GPS bermasalah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24E90-79CC-429E-9292-EE4BFD15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33650"/>
            <a:ext cx="2705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Benarkan lokasi, semak internet dan muat semula modul sebelum cuba semula.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240E9-0880-4A6F-A080-A9CE0638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52850"/>
            <a:ext cx="3048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DEE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15B55-730C-4004-8CE0-A8A96E64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052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Jika masih tidak berjaya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FDBFA-B59F-4FE8-B6BD-354667E3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29100"/>
            <a:ext cx="2705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Maklum kepada pentadbir supaya rekod manual boleh dibuat oleh admin mengikut keperluan.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3B005-B86D-45DE-82EA-8E249553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57400"/>
            <a:ext cx="3086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E9B7A-1202-459D-8446-197AA047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Butang penting dalam modul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AF94E-DFF8-4801-A1FA-F456973D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33650"/>
            <a:ext cx="27432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Segar Sekarang</a:t>
            </a:r>
          </a:p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Rekod Manual Admin</a:t>
            </a:r>
          </a:p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Daftar Keluar Manual</a:t>
            </a:r>
          </a:p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Daftar Manual</a:t>
            </a:r>
          </a:p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Semak GPS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934284-B6C8-41E6-9D8F-528198C1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C84"/>
                </a:solidFill>
                <a:latin typeface="Aptos"/>
                <a:ea typeface="Aptos"/>
                <a:cs typeface="Aptos"/>
              </a:rPr>
              <a:t>SmartSchoolHub / xbasmarthub / SK Kiandongo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9CE0B-5F60-4901-955D-F243D830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C84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146639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6C3870-DCD1-4384-BD4C-877EF8EA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41EA5-E91B-420A-BAF1-6A330753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78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A78C2"/>
                </a:solidFill>
                <a:latin typeface="Aptos"/>
                <a:ea typeface="Aptos"/>
                <a:cs typeface="Aptos"/>
              </a:rPr>
              <a:t>OPR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51D1B-7D7D-48F5-8472-FB436D13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2F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B2F55"/>
                </a:solidFill>
                <a:latin typeface="Aptos Display"/>
                <a:ea typeface="Aptos Display"/>
                <a:cs typeface="Aptos Display"/>
              </a:rPr>
              <a:t>Modul OPR digunakan selepas aktiviti atau program sekolah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F7C1A-5F20-458E-89FB-543353A1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84"/>
                </a:solidFill>
                <a:latin typeface="Aptos"/>
                <a:ea typeface="Aptos"/>
                <a:cs typeface="Aptos"/>
              </a:rPr>
              <a:t>Tunjuk satu contoh sebenar supaya guru nampak hasil akhir dan bukannya hanya borang input.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C7160-7E41-4A07-82B3-0ADFF137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429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C4475-2F80-473D-8A1F-F2EFB304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Maklumat yang perlu diisi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965C6-4307-4441-885E-57D8846F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086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Nama program</a:t>
            </a:r>
          </a:p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Tarikh dan tempat</a:t>
            </a:r>
          </a:p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Bilangan peserta</a:t>
            </a:r>
          </a:p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Objektif</a:t>
            </a:r>
          </a:p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Aktiviti dijalankan</a:t>
            </a:r>
          </a:p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Kekuatan / kejayaan</a:t>
            </a:r>
          </a:p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Kelemahan / cadangan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BC2E7-CD1A-4D20-9DE6-D6FC6253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3909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F9F2D-B299-4173-B12D-4B939F48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479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Lampiran gambar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314D8-AE95-4434-BBA0-3F6E05FC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Guru perlu menambah gambar yang jelas dan relevan mengikut keperluan sekolah. Jelaskan semasa taklimat bahawa gambar membantu memudahkan cetakan laporan OPR.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D9560-3958-4B40-9DDB-F92D4FD7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34480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D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06B04-AF3F-4413-AF99-609EEA82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4790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Output akhir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C4972-FF28-489F-ACAB-4FE4B868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3105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Selepas semua maklumat lengkap, guru boleh cetak atau eksport laporan OPR untuk simpanan dan dokumentasi rasmi sekolah.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C9F83-FC09-4EB1-A92B-B6CB7967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C84"/>
                </a:solidFill>
                <a:latin typeface="Aptos"/>
                <a:ea typeface="Aptos"/>
                <a:cs typeface="Aptos"/>
              </a:rPr>
              <a:t>SmartSchoolHub / xbasmarthub / SK Kiandongo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37FA17-1483-43A6-82AE-7B462261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C84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184988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AE9ED9-0915-426E-BC78-5F3A11DD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C75BF-D3BF-4E89-8FCC-BCA1F00B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78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A78C2"/>
                </a:solidFill>
                <a:latin typeface="Aptos"/>
                <a:ea typeface="Aptos"/>
                <a:cs typeface="Aptos"/>
              </a:rPr>
              <a:t>LAPORAN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9EF66-6C49-42FD-AD96-A8293D8D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2F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B2F55"/>
                </a:solidFill>
                <a:latin typeface="Aptos Display"/>
                <a:ea typeface="Aptos Display"/>
                <a:cs typeface="Aptos Display"/>
              </a:rPr>
              <a:t>Dua modul yang kerap melibatkan dokumentasi: Guru Bertugas dan Kokum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29A48-9D23-4197-9229-3859F2F3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84"/>
                </a:solidFill>
                <a:latin typeface="Aptos"/>
                <a:ea typeface="Aptos"/>
                <a:cs typeface="Aptos"/>
              </a:rPr>
              <a:t>Terangkan fungsi kedua-duanya secara ringkas supaya guru nampak perbezaan penggunaan.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3EF2B-E625-4B4A-9BAF-388C03D0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2197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E8294-2915-4CA2-A09E-32A6BDFC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487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Laporan Guru Bertugas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26C33-D9AD-4B9B-B6B8-DCA05B1A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48768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Digunakan semasa minggu bertugas untuk merekod pemerhatian seperti disiplin, kebersihan, cuaca, aktiviti dan rumusan harian/mingguan. Gunakan bahasa formal dan ringkas.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25242-75CE-4276-A983-36418D13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52197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E4A4B-B24C-45C6-97F6-533C8500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86000"/>
            <a:ext cx="487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Pelaporan Kokum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6032E-9FEC-426F-9F3A-313B540F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9850"/>
            <a:ext cx="48768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Digunakan untuk aktiviti kokurikulum: kehadiran, unit terlibat, ringkasan aktiviti, pencapaian dan status tindakan susulan. Sesuai untuk guru penasihat dan penyelaras.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F4BBC-5BE0-48DD-82E6-714D948A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C84"/>
                </a:solidFill>
                <a:latin typeface="Aptos"/>
                <a:ea typeface="Aptos"/>
                <a:cs typeface="Aptos"/>
              </a:rPr>
              <a:t>SmartSchoolHub / xbasmarthub / SK Kiandongo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AB9DE-0E16-4BFC-A959-806E2C68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C84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38577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C05FE4-FBF7-4D34-B8A0-25AE8F33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CD0C8-971D-402E-92A5-53726F89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78C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A78C2"/>
                </a:solidFill>
                <a:latin typeface="Aptos"/>
                <a:ea typeface="Aptos"/>
                <a:cs typeface="Aptos"/>
              </a:rPr>
              <a:t>AKSES &amp; SOKONGAN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7E720-D602-4E28-9814-1941C271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2F5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B2F55"/>
                </a:solidFill>
                <a:latin typeface="Aptos Display"/>
                <a:ea typeface="Aptos Display"/>
                <a:cs typeface="Aptos Display"/>
              </a:rPr>
              <a:t>Peranan guru dan pentadbir dalam webapp 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C9AE6-7F15-43B4-83DB-CF39EB31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84"/>
                </a:solidFill>
                <a:latin typeface="Aptos"/>
                <a:ea typeface="Aptos"/>
                <a:cs typeface="Aptos"/>
              </a:rPr>
              <a:t>Penting supaya guru tahu fungsi mana yang digunakan sendiri dan mana yang perlu dibantu admin.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56872-511F-4AAD-A4AC-F2FFCE18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FE7F2-B05B-44BD-BF55-3B07F5B2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365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Guru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C939E-C913-48A3-9E9E-A5D2B62E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6576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Fokus kepada modul yang menyokong kerja harian: Kehadiran Guru, OPR, Laporan Guru Bertugas, Pelaporan Kokum, Takwim dan lain-lain yang dibenarkan.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C4847-B35B-4252-9748-B5733CB2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95500"/>
            <a:ext cx="30861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7B9C2-FD0D-4661-B71A-E6B2AC8B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479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Pentadbir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C8B19-DD89-471C-9D84-FC302367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71750"/>
            <a:ext cx="2743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Menyelia konfigurasi, notifikasi, data operasi, akses pengguna dan rekod manual jika diperlukan.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2FC94-5A36-4A70-9FD3-CBD6D52A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95500"/>
            <a:ext cx="30480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1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59F56-839C-4DDF-B5F2-6D73BCC4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2F55"/>
                </a:solidFill>
                <a:latin typeface="Aptos"/>
                <a:ea typeface="Aptos"/>
                <a:cs typeface="Aptos"/>
              </a:rPr>
              <a:t>Tips semasa berlaku isu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A37D1-A84D-4475-A42B-7DF5FE8A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194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4F298-E041-44A9-AEB9-FA8B6103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813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Muat semula modul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FCA14-C311-4C1F-9A71-4D8F52E5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9E0CF-6F10-4129-8F26-44F3C946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Semak sambungan internet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A3CB8-0FB4-4813-B0C6-D128BB09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71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7FFE71-C18F-4BFD-8024-779B09D6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338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Benarkan akses lokasi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CD3000-AB7A-49B9-B1BB-53297A0C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4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657B7-FEA3-4BF5-B32C-1717B724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100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3040"/>
                </a:solidFill>
                <a:latin typeface="Aptos"/>
                <a:ea typeface="Aptos"/>
                <a:cs typeface="Aptos"/>
              </a:rPr>
              <a:t>Maklum kepada admin jika perlu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A952BF-7C4F-43CF-8D07-2E8714F0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C84"/>
                </a:solidFill>
                <a:latin typeface="Aptos"/>
                <a:ea typeface="Aptos"/>
                <a:cs typeface="Aptos"/>
              </a:rPr>
              <a:t>SmartSchoolHub / xbasmarthub / SK Kiandongo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322EBA-DDFC-4010-9408-EDBEFC85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C84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591275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A8EF2F-F2D3-4A32-B1D7-23EC96C4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FF7F8-9C34-4BED-A13A-760AD66E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6205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C8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7C8FF"/>
                </a:solidFill>
                <a:latin typeface="Aptos"/>
                <a:ea typeface="Aptos"/>
                <a:cs typeface="Aptos"/>
              </a:rPr>
              <a:t>Penutup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308B4-EBBD-4733-94D4-690A043F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781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Gunakan xbasmarthub secara konsisten supaya rekod sekolah lebih cepat, kemas dan seragam.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12007-716F-450A-AA60-DCF37AD7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6115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EE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7EEFF"/>
                </a:solidFill>
                <a:latin typeface="Aptos"/>
                <a:ea typeface="Aptos"/>
                <a:cs typeface="Aptos"/>
              </a:rPr>
              <a:t>Cadangan penutup semasa taklimat:</a:t>
            </a:r>
          </a:p>
          <a:p xmlns:a="http://schemas.openxmlformats.org/drawingml/2006/main">
            <a:pPr algn="l">
              <a:defRPr sz="1650" b="0">
                <a:solidFill>
                  <a:srgbClr val="E7EE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7EEFF"/>
                </a:solidFill>
                <a:latin typeface="Aptos"/>
                <a:ea typeface="Aptos"/>
                <a:cs typeface="Aptos"/>
              </a:rPr>
              <a:t>• Ingatkan guru modul utama yang mereka perlu guna.</a:t>
            </a:r>
          </a:p>
          <a:p xmlns:a="http://schemas.openxmlformats.org/drawingml/2006/main">
            <a:pPr algn="l">
              <a:defRPr sz="1650" b="0">
                <a:solidFill>
                  <a:srgbClr val="E7EE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7EEFF"/>
                </a:solidFill>
                <a:latin typeface="Aptos"/>
                <a:ea typeface="Aptos"/>
                <a:cs typeface="Aptos"/>
              </a:rPr>
              <a:t>• Tunjuk sekali lagi aliran kehadiran.</a:t>
            </a:r>
          </a:p>
          <a:p xmlns:a="http://schemas.openxmlformats.org/drawingml/2006/main">
            <a:pPr algn="l">
              <a:defRPr sz="1650" b="0">
                <a:solidFill>
                  <a:srgbClr val="E7EE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7EEFF"/>
                </a:solidFill>
                <a:latin typeface="Aptos"/>
                <a:ea typeface="Aptos"/>
                <a:cs typeface="Aptos"/>
              </a:rPr>
              <a:t>• Buka ruang soal jawab dan demonstrasi live jika perlu.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AA3EB-EE84-4B7A-A6A5-B8D8A577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36195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7A"/>
          </a:solidFill>
          <a:ln xmlns:a="http://schemas.openxmlformats.org/drawingml/2006/main" w="14288">
            <a:solidFill>
              <a:srgbClr val="4F77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D392C-E925-4059-B0BC-F4F5FD20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62200"/>
            <a:ext cx="293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6AD2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6AD26"/>
                </a:solidFill>
                <a:latin typeface="Aptos"/>
                <a:ea typeface="Aptos"/>
                <a:cs typeface="Aptos"/>
              </a:rPr>
              <a:t>Sesi Soal Jawab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D031C-3BBC-4451-BE04-301639C6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2933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Buka soalan berkaitan login, kehadiran, OPR, laporan dan akses guru.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8B662-7F54-4BFD-ADEA-37534ACA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C84"/>
                </a:solidFill>
                <a:latin typeface="Aptos"/>
                <a:ea typeface="Aptos"/>
                <a:cs typeface="Aptos"/>
              </a:rPr>
              <a:t>SmartSchoolHub / xbasmarthub / SK Kiandongo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DD109-CCD0-4D66-A055-01A2F14A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F6C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C8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80619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2026-06-08T03:12:08.3360000Z</dcterms:created>
  <dcterms:modified xsi:type="dcterms:W3CDTF">2026-06-08T03:12:08.3360000Z</dcterms:modified>
</coreProperties>
</file>